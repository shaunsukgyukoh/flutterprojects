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574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727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022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775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89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2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236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032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83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566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034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73386-CC43-4139-9E83-513710CAFE0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465F9-16D1-4431-AC47-C085B0BA9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901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g"/><Relationship Id="rId18" Type="http://schemas.openxmlformats.org/officeDocument/2006/relationships/image" Target="../media/image17.jpe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eg"/><Relationship Id="rId17" Type="http://schemas.openxmlformats.org/officeDocument/2006/relationships/image" Target="../media/image16.jpg"/><Relationship Id="rId2" Type="http://schemas.openxmlformats.org/officeDocument/2006/relationships/image" Target="../media/image1.jpg"/><Relationship Id="rId16" Type="http://schemas.openxmlformats.org/officeDocument/2006/relationships/image" Target="../media/image15.jp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5" Type="http://schemas.openxmlformats.org/officeDocument/2006/relationships/image" Target="../media/image14.png"/><Relationship Id="rId10" Type="http://schemas.openxmlformats.org/officeDocument/2006/relationships/image" Target="../media/image9.jpg"/><Relationship Id="rId19" Type="http://schemas.openxmlformats.org/officeDocument/2006/relationships/image" Target="../media/image18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114083" y="44450"/>
            <a:ext cx="4470345" cy="1438656"/>
            <a:chOff x="3734408" y="2690622"/>
            <a:chExt cx="4470345" cy="1438656"/>
          </a:xfrm>
        </p:grpSpPr>
        <p:grpSp>
          <p:nvGrpSpPr>
            <p:cNvPr id="9" name="그룹 8"/>
            <p:cNvGrpSpPr/>
            <p:nvPr/>
          </p:nvGrpSpPr>
          <p:grpSpPr>
            <a:xfrm>
              <a:off x="3734408" y="2690622"/>
              <a:ext cx="4470345" cy="1438656"/>
              <a:chOff x="3651858" y="2709672"/>
              <a:chExt cx="4470345" cy="1438656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51858" y="2709672"/>
                <a:ext cx="1078992" cy="1438656"/>
              </a:xfrm>
              <a:prstGeom prst="rect">
                <a:avLst/>
              </a:prstGeom>
            </p:spPr>
          </p:pic>
          <p:pic>
            <p:nvPicPr>
              <p:cNvPr id="6" name="그림 5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78350" y="2709672"/>
                <a:ext cx="1078992" cy="1438656"/>
              </a:xfrm>
              <a:prstGeom prst="rect">
                <a:avLst/>
              </a:prstGeom>
            </p:spPr>
          </p:pic>
          <p:pic>
            <p:nvPicPr>
              <p:cNvPr id="7" name="그림 6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04842" y="2709672"/>
                <a:ext cx="1078992" cy="1438656"/>
              </a:xfrm>
              <a:prstGeom prst="rect">
                <a:avLst/>
              </a:prstGeom>
            </p:spPr>
          </p:pic>
          <p:pic>
            <p:nvPicPr>
              <p:cNvPr id="8" name="그림 7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43211" y="2709672"/>
                <a:ext cx="1078992" cy="1438656"/>
              </a:xfrm>
              <a:prstGeom prst="rect">
                <a:avLst/>
              </a:prstGeom>
            </p:spPr>
          </p:pic>
        </p:grpSp>
        <p:sp>
          <p:nvSpPr>
            <p:cNvPr id="13" name="원형 화살표 12"/>
            <p:cNvSpPr/>
            <p:nvPr/>
          </p:nvSpPr>
          <p:spPr>
            <a:xfrm>
              <a:off x="6398387" y="3198644"/>
              <a:ext cx="228600" cy="300230"/>
            </a:xfrm>
            <a:prstGeom prst="circularArrow">
              <a:avLst>
                <a:gd name="adj1" fmla="val 13129"/>
                <a:gd name="adj2" fmla="val 1142319"/>
                <a:gd name="adj3" fmla="val 20748616"/>
                <a:gd name="adj4" fmla="val 15721416"/>
                <a:gd name="adj5" fmla="val 15487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오른쪽 화살표 13"/>
            <p:cNvSpPr/>
            <p:nvPr/>
          </p:nvSpPr>
          <p:spPr>
            <a:xfrm rot="19174911">
              <a:off x="4928001" y="3235278"/>
              <a:ext cx="146030" cy="5445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오른쪽 화살표 14"/>
            <p:cNvSpPr/>
            <p:nvPr/>
          </p:nvSpPr>
          <p:spPr>
            <a:xfrm rot="19174911">
              <a:off x="7326882" y="3370234"/>
              <a:ext cx="146030" cy="5445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4558384" y="141863"/>
            <a:ext cx="3010816" cy="920750"/>
            <a:chOff x="3339184" y="2813050"/>
            <a:chExt cx="3010816" cy="920750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39184" y="2899464"/>
              <a:ext cx="1793407" cy="698649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00" y="2813050"/>
              <a:ext cx="1130300" cy="920750"/>
            </a:xfrm>
            <a:prstGeom prst="rect">
              <a:avLst/>
            </a:prstGeom>
          </p:spPr>
        </p:pic>
        <p:sp>
          <p:nvSpPr>
            <p:cNvPr id="19" name="오른쪽 화살표 18"/>
            <p:cNvSpPr/>
            <p:nvPr/>
          </p:nvSpPr>
          <p:spPr>
            <a:xfrm rot="20432275">
              <a:off x="4777871" y="3337824"/>
              <a:ext cx="550204" cy="9180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6001042" y="819359"/>
            <a:ext cx="6001315" cy="2970927"/>
            <a:chOff x="446449" y="3102669"/>
            <a:chExt cx="6001315" cy="2970927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449" y="3654640"/>
              <a:ext cx="1804157" cy="1437014"/>
            </a:xfrm>
            <a:prstGeom prst="rect">
              <a:avLst/>
            </a:prstGeom>
          </p:spPr>
        </p:pic>
        <p:pic>
          <p:nvPicPr>
            <p:cNvPr id="27" name="그림 26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5549" y="3654640"/>
              <a:ext cx="1804416" cy="1438656"/>
            </a:xfrm>
            <a:prstGeom prst="rect">
              <a:avLst/>
            </a:prstGeom>
          </p:spPr>
        </p:pic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8707" y="4634940"/>
              <a:ext cx="1798320" cy="1438656"/>
            </a:xfrm>
            <a:prstGeom prst="rect">
              <a:avLst/>
            </a:prstGeom>
          </p:spPr>
        </p:pic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0182" y="3279056"/>
              <a:ext cx="993250" cy="826720"/>
            </a:xfrm>
            <a:prstGeom prst="rect">
              <a:avLst/>
            </a:prstGeom>
          </p:spPr>
        </p:pic>
        <p:pic>
          <p:nvPicPr>
            <p:cNvPr id="1028" name="Picture 4" descr="장우메디칼] 석션기 CW-300 전용 석션통 (석션줄 선택 구매가능)]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8269" y="3102669"/>
              <a:ext cx="1179495" cy="1179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4" name="직선 화살표 연결선 33"/>
            <p:cNvCxnSpPr/>
            <p:nvPr/>
          </p:nvCxnSpPr>
          <p:spPr>
            <a:xfrm flipV="1">
              <a:off x="3398736" y="3279056"/>
              <a:ext cx="2459280" cy="117170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/>
            <p:cNvCxnSpPr/>
            <p:nvPr/>
          </p:nvCxnSpPr>
          <p:spPr>
            <a:xfrm>
              <a:off x="3398736" y="4523525"/>
              <a:ext cx="1288071" cy="69826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50"/>
          <p:cNvGrpSpPr/>
          <p:nvPr/>
        </p:nvGrpSpPr>
        <p:grpSpPr>
          <a:xfrm>
            <a:off x="243495" y="4610754"/>
            <a:ext cx="5281187" cy="1338783"/>
            <a:chOff x="243495" y="4610754"/>
            <a:chExt cx="5281187" cy="1338783"/>
          </a:xfrm>
        </p:grpSpPr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495" y="4859294"/>
              <a:ext cx="3152775" cy="1090243"/>
            </a:xfrm>
            <a:prstGeom prst="rect">
              <a:avLst/>
            </a:prstGeom>
          </p:spPr>
        </p:pic>
        <p:pic>
          <p:nvPicPr>
            <p:cNvPr id="48" name="그림 47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2083" y="4610754"/>
              <a:ext cx="1932599" cy="591363"/>
            </a:xfrm>
            <a:prstGeom prst="rect">
              <a:avLst/>
            </a:prstGeom>
          </p:spPr>
        </p:pic>
        <p:pic>
          <p:nvPicPr>
            <p:cNvPr id="49" name="그림 48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8599" y="5303305"/>
              <a:ext cx="1865538" cy="646232"/>
            </a:xfrm>
            <a:prstGeom prst="rect">
              <a:avLst/>
            </a:prstGeom>
          </p:spPr>
        </p:pic>
        <p:sp>
          <p:nvSpPr>
            <p:cNvPr id="53" name="오른쪽 화살표 52"/>
            <p:cNvSpPr/>
            <p:nvPr/>
          </p:nvSpPr>
          <p:spPr>
            <a:xfrm rot="5400000">
              <a:off x="4488704" y="5143894"/>
              <a:ext cx="139359" cy="21915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7085871" y="4975456"/>
            <a:ext cx="1438656" cy="1438656"/>
            <a:chOff x="6084249" y="4534143"/>
            <a:chExt cx="1438656" cy="1438656"/>
          </a:xfrm>
        </p:grpSpPr>
        <p:pic>
          <p:nvPicPr>
            <p:cNvPr id="52" name="그림 51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4249" y="4534143"/>
              <a:ext cx="1438656" cy="1438656"/>
            </a:xfrm>
            <a:prstGeom prst="rect">
              <a:avLst/>
            </a:prstGeom>
          </p:spPr>
        </p:pic>
        <p:sp>
          <p:nvSpPr>
            <p:cNvPr id="56" name="오른쪽 화살표 55"/>
            <p:cNvSpPr/>
            <p:nvPr/>
          </p:nvSpPr>
          <p:spPr>
            <a:xfrm rot="18599926">
              <a:off x="6584381" y="5214531"/>
              <a:ext cx="254819" cy="6141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0" y="3171406"/>
            <a:ext cx="5807034" cy="1152829"/>
            <a:chOff x="0" y="3171406"/>
            <a:chExt cx="5807034" cy="1152829"/>
          </a:xfrm>
        </p:grpSpPr>
        <p:grpSp>
          <p:nvGrpSpPr>
            <p:cNvPr id="25" name="그룹 24"/>
            <p:cNvGrpSpPr/>
            <p:nvPr/>
          </p:nvGrpSpPr>
          <p:grpSpPr>
            <a:xfrm>
              <a:off x="0" y="3171406"/>
              <a:ext cx="4841185" cy="1152829"/>
              <a:chOff x="848415" y="3478017"/>
              <a:chExt cx="4841185" cy="1152829"/>
            </a:xfrm>
          </p:grpSpPr>
          <p:pic>
            <p:nvPicPr>
              <p:cNvPr id="21" name="그림 20"/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415" y="3538700"/>
                <a:ext cx="2324211" cy="1092146"/>
              </a:xfrm>
              <a:prstGeom prst="rect">
                <a:avLst/>
              </a:prstGeom>
            </p:spPr>
          </p:pic>
          <p:pic>
            <p:nvPicPr>
              <p:cNvPr id="22" name="그림 21"/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28399" y="3505314"/>
                <a:ext cx="1224511" cy="1125532"/>
              </a:xfrm>
              <a:prstGeom prst="rect">
                <a:avLst/>
              </a:prstGeom>
            </p:spPr>
          </p:pic>
          <p:pic>
            <p:nvPicPr>
              <p:cNvPr id="23" name="그림 22"/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08683" y="3478017"/>
                <a:ext cx="1180917" cy="1152829"/>
              </a:xfrm>
              <a:prstGeom prst="rect">
                <a:avLst/>
              </a:prstGeom>
            </p:spPr>
          </p:pic>
          <p:sp>
            <p:nvSpPr>
              <p:cNvPr id="24" name="오른쪽 화살표 23"/>
              <p:cNvSpPr/>
              <p:nvPr/>
            </p:nvSpPr>
            <p:spPr>
              <a:xfrm>
                <a:off x="4418176" y="4038870"/>
                <a:ext cx="550204" cy="91805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3616" y="3186344"/>
              <a:ext cx="853418" cy="11378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3381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49" y="415636"/>
            <a:ext cx="3072740" cy="409698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569274" y="2107869"/>
            <a:ext cx="1401289" cy="7125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/>
          <p:cNvGrpSpPr/>
          <p:nvPr/>
        </p:nvGrpSpPr>
        <p:grpSpPr>
          <a:xfrm>
            <a:off x="1409699" y="3396342"/>
            <a:ext cx="9500867" cy="3218214"/>
            <a:chOff x="1409699" y="3396342"/>
            <a:chExt cx="9500867" cy="3218214"/>
          </a:xfrm>
        </p:grpSpPr>
        <p:grpSp>
          <p:nvGrpSpPr>
            <p:cNvPr id="12" name="그룹 11"/>
            <p:cNvGrpSpPr/>
            <p:nvPr/>
          </p:nvGrpSpPr>
          <p:grpSpPr>
            <a:xfrm>
              <a:off x="1409699" y="3396342"/>
              <a:ext cx="6946571" cy="3218214"/>
              <a:chOff x="5114800" y="1294409"/>
              <a:chExt cx="6946571" cy="3218214"/>
            </a:xfrm>
          </p:grpSpPr>
          <p:pic>
            <p:nvPicPr>
              <p:cNvPr id="6" name="그림 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21" t="29264" r="24912" b="23810"/>
              <a:stretch/>
            </p:blipFill>
            <p:spPr>
              <a:xfrm>
                <a:off x="5114800" y="1294410"/>
                <a:ext cx="3063834" cy="3218213"/>
              </a:xfrm>
              <a:prstGeom prst="rect">
                <a:avLst/>
              </a:prstGeom>
            </p:spPr>
          </p:pic>
          <p:pic>
            <p:nvPicPr>
              <p:cNvPr id="11" name="그림 10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313" b="28312"/>
              <a:stretch/>
            </p:blipFill>
            <p:spPr>
              <a:xfrm>
                <a:off x="8319271" y="1294409"/>
                <a:ext cx="3742100" cy="3218213"/>
              </a:xfrm>
              <a:prstGeom prst="rect">
                <a:avLst/>
              </a:prstGeom>
            </p:spPr>
          </p:pic>
          <p:sp>
            <p:nvSpPr>
              <p:cNvPr id="10" name="오른쪽 화살표 9"/>
              <p:cNvSpPr/>
              <p:nvPr/>
            </p:nvSpPr>
            <p:spPr>
              <a:xfrm rot="660394" flipV="1">
                <a:off x="7629365" y="2562972"/>
                <a:ext cx="2973493" cy="195286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6907" y="3396342"/>
              <a:ext cx="2413659" cy="3218213"/>
            </a:xfrm>
            <a:prstGeom prst="rect">
              <a:avLst/>
            </a:prstGeom>
          </p:spPr>
        </p:pic>
        <p:sp>
          <p:nvSpPr>
            <p:cNvPr id="14" name="원형 화살표 13"/>
            <p:cNvSpPr/>
            <p:nvPr/>
          </p:nvSpPr>
          <p:spPr>
            <a:xfrm rot="20671694">
              <a:off x="9582217" y="4253773"/>
              <a:ext cx="598537" cy="517701"/>
            </a:xfrm>
            <a:prstGeom prst="circularArrow">
              <a:avLst>
                <a:gd name="adj1" fmla="val 13129"/>
                <a:gd name="adj2" fmla="val 1142319"/>
                <a:gd name="adj3" fmla="val 20748616"/>
                <a:gd name="adj4" fmla="val 7916592"/>
                <a:gd name="adj5" fmla="val 15487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6009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1067172" y="95002"/>
            <a:ext cx="7095135" cy="4643253"/>
            <a:chOff x="1067172" y="95002"/>
            <a:chExt cx="7095135" cy="4643253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7172" y="95002"/>
              <a:ext cx="3482440" cy="4643253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9867" y="95002"/>
              <a:ext cx="3482440" cy="46432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2727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0" y="225630"/>
            <a:ext cx="9654638" cy="3568535"/>
            <a:chOff x="0" y="225630"/>
            <a:chExt cx="9654638" cy="3568535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25630"/>
              <a:ext cx="4758047" cy="3568535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6592" y="225630"/>
              <a:ext cx="4758046" cy="3568535"/>
            </a:xfrm>
            <a:prstGeom prst="rect">
              <a:avLst/>
            </a:prstGeom>
          </p:spPr>
        </p:pic>
        <p:sp>
          <p:nvSpPr>
            <p:cNvPr id="8" name="오른쪽 화살표 7"/>
            <p:cNvSpPr/>
            <p:nvPr/>
          </p:nvSpPr>
          <p:spPr>
            <a:xfrm rot="16938290">
              <a:off x="1328114" y="1802316"/>
              <a:ext cx="550204" cy="22311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오른쪽 화살표 8"/>
            <p:cNvSpPr/>
            <p:nvPr/>
          </p:nvSpPr>
          <p:spPr>
            <a:xfrm rot="18262365">
              <a:off x="6452882" y="2384918"/>
              <a:ext cx="550204" cy="22311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0235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173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059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3075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7018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25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</dc:creator>
  <cp:lastModifiedBy>a</cp:lastModifiedBy>
  <cp:revision>3</cp:revision>
  <dcterms:created xsi:type="dcterms:W3CDTF">2026-01-30T03:06:17Z</dcterms:created>
  <dcterms:modified xsi:type="dcterms:W3CDTF">2026-02-09T04:33:36Z</dcterms:modified>
</cp:coreProperties>
</file>